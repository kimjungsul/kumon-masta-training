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6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마.스.타 활성화 교사 교육안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01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F"/>
                </a:solidFill>
              </a:rPr>
              <a:t>기간: 2026년 4월 ~ 6월 (3개월)
목표: 신규 47명 확보 / 이탈률 50% 감소
대상: 전체 교사 11명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현황 분석 — 핵심 수치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전체 관리회원  483명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마.스.타 회원  64명 (13.3%)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스마트 구몬 회원  231명 (47.8%)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미가입 대상  약 188명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월 신규 약 10명  vs  월 이탈 약 13명 → 순감 진행 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교사 분류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▶ 우수 교사 (벤치마크 대상)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김주연 — 점유율 27.5%, 권유 노하우 공유 대상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30552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김은숙 — 마스타 14명 최다 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9464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▶ 집중 육성 대상 (대상 풀 多, 점유율 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이경옥 47명 중 3명 (6.4%)  /  원희선 50명 중 2명 (4.0%)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11296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박양희 50명 중 2명 (4.0%)  /  최승희 68명 중 7명 (10.3%)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5020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▶ 소규모 관리 교사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531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신인숙(16명), 이주아(19명), 김태연(18명)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이탈 3대 사유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1.  월 4만원 추가 비용 대비 가치를 못 느낌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2.  추가 학습량 부담으로 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3.  교사와 시간 조율 어려움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교육 구성 (총 3회차)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회차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일정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1회차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가치 전달 화법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4월 첫째 주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2회차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이탈 방어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4월 셋째 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3회차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목표 관리 &amp; 실전 점검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5월 첫째 주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1회차 — 비용 저항 극복 화법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"4만원이 부담돼요"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주 1회 기준 회당 1만원, 학원 보충수업보다 낮으면서 1:1 맞춤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0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"교재만 더 푸는 거 아닌가요?"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33472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OO의 약한 부분만 집중 보강하는 구조, 진단 결과 기반 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72384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"효과를 모르겠어요"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4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3개월 전 시작한 OO 회원 진단평가 점수 데이터로 제시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1회차 — 권유 황금 타이밍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진단평가 후 결과 공유 시  →  마.스.타 효과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학부모 상담 중 학습 고민 언급 시  →  해결책으로 자연스럽게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스마트 구몬 데이터 리뷰 시  →  약점 영역 기반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실습: 교사 2인 1조 롤플레이 (3가지 거절 상황 대응 연습)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2회차 — 이탈 신호별 교사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숙제 미완료 2회 연속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분량 30% 축소 → 성공 경험 후 복원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0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"어려워요" 반복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33472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1단계 하향, 기초 보강 후 복귀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72384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"그만둘까 해요"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4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48시간 내 전화 상담, 중단 아닌 조정 옵션 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목표: 월 이탈 13명 → 6명 이하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2회차 — 시간 조율 개선안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개선안 1  주 중 2개 타임슬롯 제공 (회원 선택)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개선안 2  비대면 보충 지도 병행 (스마트 구몬 연계)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개선안 3  교사 간 회원 시간대 교환 조율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3회차 — 교사별 3개월 목표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교사명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3개월 목표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월평균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김은숙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10명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3.3명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최승희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2.3명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원희선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1.7명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박양희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1.7명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이경옥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1.7명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김주연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1.3명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이경이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1.3명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47명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15.7명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3회차 — KPI &amp; 보고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마.스.타 권유 상담  →  월 8회 이상 (소규모 교사 4회)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이탈 신호 조기 상담  →  발생 48시간 내 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기존 회원 이탈  →  0명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매주 금요일  교사 → 관리자 보고 (신규·가입·이탈 위기)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03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매월 첫째 주  전체 교사 월간 실적 리뷰 미팅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월별 실행 로드맵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교육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실행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점검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4월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1·2회차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권유 대상 5명 선정 및 상담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월말 신규·이탈 집계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3회차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주간 보고 체계 가동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중간 점검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6월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부진 교사 코칭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1:1 동행 상담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최종 평가·시상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월별 수치 목표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신규 목표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이탈 목표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순증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4월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7명↓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+6명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16명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6명↓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+10명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6월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18명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5명↓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+13명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47명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18명↓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+29명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성공 기준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현재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3개월 목표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마.스.타 회원 수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64명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93명 이상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마.스.타 점유율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약 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월 이탈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6명 이하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월 신규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10명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16명 이상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2분기 전략 1 — 마.스타 순증 +47 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현황: 1분기 -4.5 → 2분기 목표 +47  (최우선 과제)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월별 배분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4월  +11  (신학기 체험 전환 집중)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36392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5월  +12  (입회 본격화)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4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6월  +24  (상반기 마감 스퍼트 + 이탈 최소화)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핵심 전제: 마.스타 퇴회 억제 없이는 순증 달성 불가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전략 1-① 대형 교사 집중 공략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455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2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교사명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현재 마.스타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점유율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잔여 대상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2분기 목표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김은숙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14명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13.6%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89명 ★최다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6~7명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최승희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7명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61명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4~5명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원희선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2명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4.0% ▼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48명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3~4명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박양희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2명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4.0% 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48명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3~4명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이경옥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6.4%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44명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937"/>
                          </a:solidFill>
                        </a:rPr>
                        <a:t>3명</a:t>
                      </a:r>
                    </a:p>
                  </a:txBody>
                  <a:tcPr>
                    <a:solidFill>
                      <a:srgbClr val="E8F0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전략 1-② 우수 교사 노하우 전파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김주연 교사  (점유율 27.5% — 전체 1위)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4월 교사 미팅에서 권유 화법·성공 사례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30552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저점유율 교사에게 스크립트 직접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9464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72384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김은숙 교사  (마.스타 14명 — 최다 보유)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4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대규모 회원 관리 시 권유 타이밍·노하우 공유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14216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17136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적용 대상: 원희선·박양희·이경이 (점유율 2.9~4.0% 최하위 3인)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56DB"/>
                </a:solidFill>
              </a:rPr>
              <a:t>전략 1-③④ 전환 집중 &amp; 소규모 교사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③ 스마트구몬 → 마.스타 전환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SKN 계약 회원 중 마.스타 미가입자 교사별 목록화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30552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이경이 교사 — 점유율 2.9%, 잔여 34명 (전환 가능성 최고)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9464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관리자 동행 상담 우선 투입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08376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11296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</a:rPr>
              <a:t>• ④ 소규모 교사 — 현실적 목표 유지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14216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신인숙(잔여 13명) / 이주아(18명) / 김태연(17명)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531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</a:rPr>
              <a:t>   • → 2분기 각 1명 목표 / 권유 상담 월 4회 이상 이행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전체 합계: 47명 순증 = 대형 교사 20명 + 중형 10명 + 저점유율 전환 17명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